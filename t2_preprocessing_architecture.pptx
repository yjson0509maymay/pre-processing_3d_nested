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14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46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8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2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9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45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26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33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7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40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5FAE5-43AD-49EA-AAC4-D1997B846FBA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F4465-268F-49A1-A6C2-97805E9E3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0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9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asia</dc:creator>
  <cp:lastModifiedBy>asia</cp:lastModifiedBy>
  <cp:revision>1</cp:revision>
  <dcterms:created xsi:type="dcterms:W3CDTF">2026-06-18T08:42:04Z</dcterms:created>
  <dcterms:modified xsi:type="dcterms:W3CDTF">2026-06-18T08:42:04Z</dcterms:modified>
</cp:coreProperties>
</file>